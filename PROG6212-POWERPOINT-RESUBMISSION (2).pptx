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8A78BC-E280-9069-1CB2-F8D0743D4696}" v="111" dt="2026-01-12T19:10:40.0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8FB6F6-DF7E-449D-BC56-C74567144435}" type="datetimeFigureOut">
              <a:t>1/12/2026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25D11A-4C0A-4F17-BAE0-4D364A10226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331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everyone. Today I’ll be presenting my university project titled Contract Monthly Claim System, or CMCS, for Programming 2B – POE Part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CMCS is a web-based system where lecturers submit monthly claims, coordinators verify them, managers approve them, and HR generates reports and manages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are some of the extra features I implemented: automatic calculation of totals, AES encryption for document uploads, a responsive Bootstrap UI, and session-based role simulation.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Security is a key focus. Uploaded files are validated and encrypted using AES. The system simulates user roles using session data to control access and visibility.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Let’s look at some of the key code. I’ll highlight the methods for calculating totals, encrypting files, and handling the Create POST action for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First, the lecturer logs in and submits a claim. The form captures hours, rate, and uploads a document. After submission, the claim appears in the lecturer’s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there are any issues, the system shows validation errors. This ensures data integrity and user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Next, the coordinator reviews the claim and approves it. Then the manager does the final approval. Each role sees only what they need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Finally, HR can view the dashboard with statistics and manage lecturers. This helps with payroll and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conclusion, CMCS streamlines the monthly claim process with role-based access, automation, and security. Thank you for your attention – I’m happy to take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1556"/>
            <a:ext cx="7772400" cy="1348547"/>
          </a:xfrm>
        </p:spPr>
        <p:txBody>
          <a:bodyPr>
            <a:normAutofit fontScale="90000"/>
          </a:bodyPr>
          <a:lstStyle/>
          <a:p>
            <a:r>
              <a:t>Contract Monthly Claim System (CMCS)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478722"/>
            <a:ext cx="6400800" cy="1056861"/>
          </a:xfrm>
        </p:spPr>
        <p:txBody>
          <a:bodyPr vert="horz" lIns="91440" tIns="45720" rIns="91440" bIns="45720" rtlCol="0" anchor="t">
            <a:normAutofit fontScale="47500" lnSpcReduction="20000"/>
          </a:bodyPr>
          <a:lstStyle/>
          <a:p>
            <a:r>
              <a:rPr dirty="0"/>
              <a:t>POE Part 3 – Programming 2B (PROG6212)</a:t>
            </a:r>
          </a:p>
          <a:p>
            <a:r>
              <a:rPr lang="en-US" dirty="0">
                <a:ea typeface="Calibri"/>
                <a:cs typeface="Calibri"/>
              </a:rPr>
              <a:t>JADEEL KISTEN</a:t>
            </a:r>
            <a:endParaRPr dirty="0">
              <a:ea typeface="Calibri"/>
              <a:cs typeface="Calibri"/>
            </a:endParaRPr>
          </a:p>
          <a:p>
            <a:r>
              <a:rPr lang="en-US" dirty="0"/>
              <a:t>ST10339718</a:t>
            </a:r>
            <a:endParaRPr dirty="0"/>
          </a:p>
          <a:p>
            <a:r>
              <a:rPr dirty="0"/>
              <a:t>January 2026</a:t>
            </a:r>
            <a:endParaRPr dirty="0">
              <a:ea typeface="Calibri"/>
              <a:cs typeface="Calibri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150381F-BEC7-17D8-97EC-989DA5D28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957" y="2542639"/>
            <a:ext cx="7045739" cy="37384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7119"/>
            <a:ext cx="8229600" cy="1776585"/>
          </a:xfrm>
        </p:spPr>
        <p:txBody>
          <a:bodyPr>
            <a:normAutofit fontScale="85000" lnSpcReduction="20000"/>
          </a:bodyPr>
          <a:lstStyle/>
          <a:p>
            <a:r>
              <a:t>Lecturer submits monthly claim</a:t>
            </a:r>
          </a:p>
          <a:p>
            <a:r>
              <a:t>Coordinator verifies claim</a:t>
            </a:r>
          </a:p>
          <a:p>
            <a:r>
              <a:t>Manager approves claim</a:t>
            </a:r>
          </a:p>
          <a:p>
            <a:r>
              <a:t>HR generates reports and manages users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FAFC01-3D11-E9EF-98C1-0F6A6544B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812030"/>
            <a:ext cx="7424351" cy="40245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Extra Features &amp;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7416"/>
            <a:ext cx="8229600" cy="1282315"/>
          </a:xfrm>
        </p:spPr>
        <p:txBody>
          <a:bodyPr>
            <a:normAutofit fontScale="62500" lnSpcReduction="20000"/>
          </a:bodyPr>
          <a:lstStyle/>
          <a:p>
            <a:r>
              <a:t>Auto-calculation of totals</a:t>
            </a:r>
          </a:p>
          <a:p>
            <a:r>
              <a:t>AES encryption for uploads</a:t>
            </a:r>
          </a:p>
          <a:p>
            <a:r>
              <a:t>Bootstrap-based responsive UI</a:t>
            </a:r>
          </a:p>
          <a:p>
            <a:r>
              <a:t>Session-based role simulation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65988B0-9672-C60C-EEE6-565229361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324" y="2606084"/>
            <a:ext cx="7043352" cy="37567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388"/>
            <a:ext cx="8229600" cy="1070918"/>
          </a:xfrm>
        </p:spPr>
        <p:txBody>
          <a:bodyPr/>
          <a:lstStyle/>
          <a:p>
            <a:r>
              <a:t>Security &amp; Role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51471"/>
            <a:ext cx="8229600" cy="1045477"/>
          </a:xfrm>
        </p:spPr>
        <p:txBody>
          <a:bodyPr>
            <a:normAutofit fontScale="70000" lnSpcReduction="20000"/>
          </a:bodyPr>
          <a:lstStyle/>
          <a:p>
            <a:r>
              <a:t>AES encryption secures uploaded files</a:t>
            </a:r>
          </a:p>
          <a:p>
            <a:r>
              <a:t>File validation ensures correct formats</a:t>
            </a:r>
          </a:p>
          <a:p>
            <a:r>
              <a:t>Session-based roles simulate user access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39EEB0C-1034-B48A-494F-113DF9925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13" y="2132409"/>
            <a:ext cx="7733271" cy="41480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Code Overview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Demo – Lecturer Submits Claim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15DA32B-E5FC-6A86-C36F-6CCF9C9B4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621" y="1161310"/>
            <a:ext cx="8546757" cy="45456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Demo – Error Handling &amp; Validation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0280797-CF8B-2C0C-25FF-A5DDBEFDB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216" y="639720"/>
            <a:ext cx="6991865" cy="3714751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1946856-6CA1-8AFD-0A8C-A93C44F3A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5784" y="2664714"/>
            <a:ext cx="7105136" cy="38351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Demo – Coordinator &amp; Manager Workflow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4FD00BD-CC35-5D9E-AD14-C22F863BE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0125"/>
            <a:ext cx="6126892" cy="3251372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D9D18EF-C376-24A4-F55C-F27FF4F8D3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5999" y="3090057"/>
            <a:ext cx="6456406" cy="3437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Demo – HR Dashboard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082A859-B270-E3EF-3A31-0A7C1E220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540" y="1339517"/>
            <a:ext cx="7928919" cy="41686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dirty="0"/>
              <a:t>Streamlined claim process</a:t>
            </a:r>
          </a:p>
          <a:p>
            <a:r>
              <a:rPr dirty="0"/>
              <a:t>Role-based access control</a:t>
            </a:r>
            <a:endParaRPr dirty="0">
              <a:ea typeface="Calibri"/>
              <a:cs typeface="Calibri"/>
            </a:endParaRPr>
          </a:p>
          <a:p>
            <a:r>
              <a:rPr dirty="0"/>
              <a:t>Secure document handling</a:t>
            </a:r>
            <a:endParaRPr dirty="0">
              <a:ea typeface="Calibri"/>
              <a:cs typeface="Calibri"/>
            </a:endParaRPr>
          </a:p>
          <a:p>
            <a:r>
              <a:rPr dirty="0"/>
              <a:t>Thank you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Contract Monthly Claim System (CMCS)</vt:lpstr>
      <vt:lpstr>Introduction &amp; System Overview</vt:lpstr>
      <vt:lpstr>Extra Features &amp; Techniques</vt:lpstr>
      <vt:lpstr>Security &amp; Role Implementation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52</cp:revision>
  <dcterms:created xsi:type="dcterms:W3CDTF">2013-01-27T09:14:16Z</dcterms:created>
  <dcterms:modified xsi:type="dcterms:W3CDTF">2026-01-12T19:10:52Z</dcterms:modified>
  <cp:category/>
</cp:coreProperties>
</file>